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"/>
            <a:ext cx="54864" cy="54864"/>
          </a:xfrm>
          <a:prstGeom prst="ellipse">
            <a:avLst/>
          </a:prstGeom>
          <a:solidFill>
            <a:srgbClr val="2433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594360"/>
            <a:ext cx="54864" cy="54864"/>
          </a:xfrm>
          <a:prstGeom prst="ellipse">
            <a:avLst/>
          </a:prstGeom>
          <a:solidFill>
            <a:srgbClr val="2433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914400"/>
            <a:ext cx="54864" cy="54864"/>
          </a:xfrm>
          <a:prstGeom prst="ellipse">
            <a:avLst/>
          </a:prstGeom>
          <a:solidFill>
            <a:srgbClr val="2433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1234440"/>
            <a:ext cx="54864" cy="54864"/>
          </a:xfrm>
          <a:prstGeom prst="ellipse">
            <a:avLst/>
          </a:prstGeom>
          <a:solidFill>
            <a:srgbClr val="2433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78040" y="274320"/>
            <a:ext cx="54864" cy="54864"/>
          </a:xfrm>
          <a:prstGeom prst="ellipse">
            <a:avLst/>
          </a:prstGeom>
          <a:solidFill>
            <a:srgbClr val="2433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78040" y="594360"/>
            <a:ext cx="54864" cy="54864"/>
          </a:xfrm>
          <a:prstGeom prst="ellipse">
            <a:avLst/>
          </a:prstGeom>
          <a:solidFill>
            <a:srgbClr val="2433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78040" y="914400"/>
            <a:ext cx="54864" cy="54864"/>
          </a:xfrm>
          <a:prstGeom prst="ellipse">
            <a:avLst/>
          </a:prstGeom>
          <a:solidFill>
            <a:srgbClr val="2433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78040" y="1234440"/>
            <a:ext cx="54864" cy="54864"/>
          </a:xfrm>
          <a:prstGeom prst="ellipse">
            <a:avLst/>
          </a:prstGeom>
          <a:solidFill>
            <a:srgbClr val="2433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0" y="274320"/>
            <a:ext cx="54864" cy="54864"/>
          </a:xfrm>
          <a:prstGeom prst="ellipse">
            <a:avLst/>
          </a:prstGeom>
          <a:solidFill>
            <a:srgbClr val="2433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594360"/>
            <a:ext cx="54864" cy="54864"/>
          </a:xfrm>
          <a:prstGeom prst="ellipse">
            <a:avLst/>
          </a:prstGeom>
          <a:solidFill>
            <a:srgbClr val="2433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0" y="914400"/>
            <a:ext cx="54864" cy="54864"/>
          </a:xfrm>
          <a:prstGeom prst="ellipse">
            <a:avLst/>
          </a:prstGeom>
          <a:solidFill>
            <a:srgbClr val="2433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1234440"/>
            <a:ext cx="54864" cy="54864"/>
          </a:xfrm>
          <a:prstGeom prst="ellipse">
            <a:avLst/>
          </a:prstGeom>
          <a:solidFill>
            <a:srgbClr val="2433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18120" y="274320"/>
            <a:ext cx="54864" cy="54864"/>
          </a:xfrm>
          <a:prstGeom prst="ellipse">
            <a:avLst/>
          </a:prstGeom>
          <a:solidFill>
            <a:srgbClr val="2433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18120" y="594360"/>
            <a:ext cx="54864" cy="54864"/>
          </a:xfrm>
          <a:prstGeom prst="ellipse">
            <a:avLst/>
          </a:prstGeom>
          <a:solidFill>
            <a:srgbClr val="2433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18120" y="914400"/>
            <a:ext cx="54864" cy="54864"/>
          </a:xfrm>
          <a:prstGeom prst="ellipse">
            <a:avLst/>
          </a:prstGeom>
          <a:solidFill>
            <a:srgbClr val="2433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18120" y="1234440"/>
            <a:ext cx="54864" cy="54864"/>
          </a:xfrm>
          <a:prstGeom prst="ellipse">
            <a:avLst/>
          </a:prstGeom>
          <a:solidFill>
            <a:srgbClr val="2433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274320"/>
            <a:ext cx="54864" cy="54864"/>
          </a:xfrm>
          <a:prstGeom prst="ellipse">
            <a:avLst/>
          </a:prstGeom>
          <a:solidFill>
            <a:srgbClr val="2433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594360"/>
            <a:ext cx="54864" cy="54864"/>
          </a:xfrm>
          <a:prstGeom prst="ellipse">
            <a:avLst/>
          </a:prstGeom>
          <a:solidFill>
            <a:srgbClr val="2433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914400"/>
            <a:ext cx="54864" cy="54864"/>
          </a:xfrm>
          <a:prstGeom prst="ellipse">
            <a:avLst/>
          </a:prstGeom>
          <a:solidFill>
            <a:srgbClr val="2433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1234440"/>
            <a:ext cx="54864" cy="54864"/>
          </a:xfrm>
          <a:prstGeom prst="ellipse">
            <a:avLst/>
          </a:prstGeom>
          <a:solidFill>
            <a:srgbClr val="2433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58200" y="274320"/>
            <a:ext cx="54864" cy="54864"/>
          </a:xfrm>
          <a:prstGeom prst="ellipse">
            <a:avLst/>
          </a:prstGeom>
          <a:solidFill>
            <a:srgbClr val="2433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8200" y="594360"/>
            <a:ext cx="54864" cy="54864"/>
          </a:xfrm>
          <a:prstGeom prst="ellipse">
            <a:avLst/>
          </a:prstGeom>
          <a:solidFill>
            <a:srgbClr val="2433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58200" y="914400"/>
            <a:ext cx="54864" cy="54864"/>
          </a:xfrm>
          <a:prstGeom prst="ellipse">
            <a:avLst/>
          </a:prstGeom>
          <a:solidFill>
            <a:srgbClr val="2433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58200" y="1234440"/>
            <a:ext cx="54864" cy="54864"/>
          </a:xfrm>
          <a:prstGeom prst="ellipse">
            <a:avLst/>
          </a:prstGeom>
          <a:solidFill>
            <a:srgbClr val="2433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502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PRÉ-PROJETO · KICK-OFF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9601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IntraHub</a:t>
            </a:r>
            <a:endParaRPr lang="en-US" sz="6400" dirty="0"/>
          </a:p>
        </p:txBody>
      </p:sp>
      <p:sp>
        <p:nvSpPr>
          <p:cNvPr id="29" name="Text 27"/>
          <p:cNvSpPr/>
          <p:nvPr/>
        </p:nvSpPr>
        <p:spPr>
          <a:xfrm>
            <a:off x="502920" y="19659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Comunicação Interna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02920" y="2542032"/>
            <a:ext cx="4572000" cy="36576"/>
          </a:xfrm>
          <a:prstGeom prst="rect">
            <a:avLst/>
          </a:prstGeom>
          <a:solidFill>
            <a:srgbClr val="2433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2651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de interface consumindo arquitetura RESTful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JSONPlaceholder · Padrão MVC · Cliente-Servidor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" y="4434840"/>
            <a:ext cx="1554480" cy="320040"/>
          </a:xfrm>
          <a:prstGeom prst="roundRect">
            <a:avLst>
              <a:gd name="adj" fmla="val 22857"/>
            </a:avLst>
          </a:prstGeom>
          <a:solidFill>
            <a:srgbClr val="1E2C42"/>
          </a:solidFill>
          <a:ln w="12700">
            <a:solidFill>
              <a:srgbClr val="2433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434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194560" y="4434840"/>
            <a:ext cx="1554480" cy="320040"/>
          </a:xfrm>
          <a:prstGeom prst="roundRect">
            <a:avLst>
              <a:gd name="adj" fmla="val 22857"/>
            </a:avLst>
          </a:prstGeom>
          <a:solidFill>
            <a:srgbClr val="1E2C42"/>
          </a:solidFill>
          <a:ln w="12700">
            <a:solidFill>
              <a:srgbClr val="2433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94560" y="4434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886200" y="4434840"/>
            <a:ext cx="1554480" cy="320040"/>
          </a:xfrm>
          <a:prstGeom prst="roundRect">
            <a:avLst>
              <a:gd name="adj" fmla="val 22857"/>
            </a:avLst>
          </a:prstGeom>
          <a:solidFill>
            <a:srgbClr val="1E2C42"/>
          </a:solidFill>
          <a:ln w="12700">
            <a:solidFill>
              <a:srgbClr val="2433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86200" y="4434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577840" y="4434840"/>
            <a:ext cx="1554480" cy="320040"/>
          </a:xfrm>
          <a:prstGeom prst="roundRect">
            <a:avLst>
              <a:gd name="adj" fmla="val 22857"/>
            </a:avLst>
          </a:prstGeom>
          <a:solidFill>
            <a:srgbClr val="1E2C42"/>
          </a:solidFill>
          <a:ln w="12700">
            <a:solidFill>
              <a:srgbClr val="2433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0" y="4434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JSONPlaceholder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269480" y="4434840"/>
            <a:ext cx="1554480" cy="320040"/>
          </a:xfrm>
          <a:prstGeom prst="roundRect">
            <a:avLst>
              <a:gd name="adj" fmla="val 22857"/>
            </a:avLst>
          </a:prstGeom>
          <a:solidFill>
            <a:srgbClr val="1E2C42"/>
          </a:solidFill>
          <a:ln w="12700">
            <a:solidFill>
              <a:srgbClr val="2433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69480" y="4434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Prototipagem Ágil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VISÃO DO PRODUTO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 o problema que resolvemos?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840480" cy="1828800"/>
          </a:xfrm>
          <a:prstGeom prst="rect">
            <a:avLst/>
          </a:prstGeom>
          <a:solidFill>
            <a:srgbClr val="1E2C42"/>
          </a:solidFill>
          <a:ln w="254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019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 Problema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2677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Comunicados dispersos em e-mails, Slack e WhatsApp.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6151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Nenhum canal centralizado para postagens internas.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96265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Perfis de colaboradores sem acesso unificado.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828800"/>
            <a:ext cx="3840480" cy="1828800"/>
          </a:xfrm>
          <a:prstGeom prst="rect">
            <a:avLst/>
          </a:prstGeom>
          <a:solidFill>
            <a:srgbClr val="1E2C42"/>
          </a:solidFill>
          <a:ln w="25400">
            <a:solidFill>
              <a:srgbClr val="00E5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9019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 Solução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22677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Dashboard único: postagens, comentários e perfis.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26151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Integração com API REST — sem backend próprio.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296265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Protótipo funcional para validação de negócio.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840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"Centralizar a comunicação interna, reduzindo ruído e aumentando o engajamento da equipe com zero custo de infraestrutura inicial."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ENGENHARIA DE REQUISITOS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Histórias de Usuário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2651760" cy="1417320"/>
          </a:xfrm>
          <a:prstGeom prst="rect">
            <a:avLst/>
          </a:prstGeom>
          <a:solidFill>
            <a:srgbClr val="1E2C42"/>
          </a:solidFill>
          <a:ln w="12700">
            <a:solidFill>
              <a:srgbClr val="243347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783080"/>
            <a:ext cx="64008" cy="1417320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928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2130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Postagens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44144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funcionário, desejo ver postagens recentes para me manter atualizado.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783080"/>
            <a:ext cx="2651760" cy="1417320"/>
          </a:xfrm>
          <a:prstGeom prst="rect">
            <a:avLst/>
          </a:prstGeom>
          <a:solidFill>
            <a:srgbClr val="1E2C42"/>
          </a:solidFill>
          <a:ln w="12700">
            <a:solidFill>
              <a:srgbClr val="243347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783080"/>
            <a:ext cx="64008" cy="1417320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8928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37560" y="2130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Comentários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244144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funcionário, desejo ver os comentários de uma postagem para acompanhar discussões.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783080"/>
            <a:ext cx="2651760" cy="1417320"/>
          </a:xfrm>
          <a:prstGeom prst="rect">
            <a:avLst/>
          </a:prstGeom>
          <a:solidFill>
            <a:srgbClr val="1E2C42"/>
          </a:solidFill>
          <a:ln w="12700">
            <a:solidFill>
              <a:srgbClr val="243347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783080"/>
            <a:ext cx="64008" cy="1417320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8928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72200" y="2130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Usuários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44144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gestor, desejo consultar perfis de colaboradores e seus contatos.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783080" y="3383280"/>
            <a:ext cx="2651760" cy="1417320"/>
          </a:xfrm>
          <a:prstGeom prst="rect">
            <a:avLst/>
          </a:prstGeom>
          <a:solidFill>
            <a:srgbClr val="1E2C42"/>
          </a:solidFill>
          <a:ln w="12700">
            <a:solidFill>
              <a:srgbClr val="243347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783080" y="3383280"/>
            <a:ext cx="64008" cy="1417320"/>
          </a:xfrm>
          <a:prstGeom prst="rect">
            <a:avLst/>
          </a:prstGeom>
          <a:solidFill>
            <a:srgbClr val="00E5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0" y="34930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920240" y="37307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por Autor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20240" y="404164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funcionário, desejo filtrar postagens por autor para achar conteúdo específico.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3383280"/>
            <a:ext cx="2651760" cy="1417320"/>
          </a:xfrm>
          <a:prstGeom prst="rect">
            <a:avLst/>
          </a:prstGeom>
          <a:solidFill>
            <a:srgbClr val="1E2C42"/>
          </a:solidFill>
          <a:ln w="12700">
            <a:solidFill>
              <a:srgbClr val="243347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3383280"/>
            <a:ext cx="64008" cy="1417320"/>
          </a:xfrm>
          <a:prstGeom prst="rect">
            <a:avLst/>
          </a:prstGeom>
          <a:solidFill>
            <a:srgbClr val="00E5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4930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37307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Resiliência a Falhas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404164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usuário, desejo ser informado quando a API estiver indisponível sem travar o sistema.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MODELAGEM ESTRUTURAL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Diagrama de Classes UML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737360"/>
            <a:ext cx="2286000" cy="2505456"/>
          </a:xfrm>
          <a:prstGeom prst="rect">
            <a:avLst/>
          </a:prstGeom>
          <a:solidFill>
            <a:srgbClr val="1E2C42"/>
          </a:solidFill>
          <a:ln w="25400">
            <a:solidFill>
              <a:srgbClr val="4361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737360"/>
            <a:ext cx="2286000" cy="384048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" y="173736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121408"/>
            <a:ext cx="2286000" cy="0"/>
          </a:xfrm>
          <a:prstGeom prst="line">
            <a:avLst/>
          </a:prstGeom>
          <a:noFill/>
          <a:ln w="12700">
            <a:solidFill>
              <a:srgbClr val="4361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76272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id: int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414016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nome: String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65176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email: String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88950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username: String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127248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website: String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364992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empresa: Empresa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657600"/>
            <a:ext cx="2286000" cy="0"/>
          </a:xfrm>
          <a:prstGeom prst="line">
            <a:avLst/>
          </a:prstGeom>
          <a:noFill/>
          <a:ln w="12700">
            <a:solidFill>
              <a:srgbClr val="4361EE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11480" y="371246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getPostagens(): List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3950208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exibirPerfil(): void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29000" y="1737360"/>
            <a:ext cx="2286000" cy="2029968"/>
          </a:xfrm>
          <a:prstGeom prst="rect">
            <a:avLst/>
          </a:prstGeom>
          <a:solidFill>
            <a:srgbClr val="1E2C42"/>
          </a:solidFill>
          <a:ln w="25400">
            <a:solidFill>
              <a:srgbClr val="00E5B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29000" y="1737360"/>
            <a:ext cx="2286000" cy="384048"/>
          </a:xfrm>
          <a:prstGeom prst="rect">
            <a:avLst/>
          </a:prstGeom>
          <a:solidFill>
            <a:srgbClr val="00E5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83864" y="173736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Postagem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29000" y="2121408"/>
            <a:ext cx="2286000" cy="0"/>
          </a:xfrm>
          <a:prstGeom prst="line">
            <a:avLst/>
          </a:prstGeom>
          <a:noFill/>
          <a:ln w="12700">
            <a:solidFill>
              <a:srgbClr val="00E5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176272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id: int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20440" y="2414016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titulo: String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20440" y="265176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corpo: String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20440" y="288950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userId: int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29000" y="3182112"/>
            <a:ext cx="2286000" cy="0"/>
          </a:xfrm>
          <a:prstGeom prst="line">
            <a:avLst/>
          </a:prstGeom>
          <a:noFill/>
          <a:ln w="12700">
            <a:solidFill>
              <a:srgbClr val="00E5B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3520440" y="3236976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getComentarios(): List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520440" y="347472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exibir(): void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37960" y="1737360"/>
            <a:ext cx="2286000" cy="2029968"/>
          </a:xfrm>
          <a:prstGeom prst="rect">
            <a:avLst/>
          </a:prstGeom>
          <a:solidFill>
            <a:srgbClr val="1E2C42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37960" y="1737360"/>
            <a:ext cx="2286000" cy="384048"/>
          </a:xfrm>
          <a:prstGeom prst="rect">
            <a:avLst/>
          </a:prstGeom>
          <a:solidFill>
            <a:srgbClr val="9B5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92824" y="173736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37960" y="2121408"/>
            <a:ext cx="2286000" cy="0"/>
          </a:xfrm>
          <a:prstGeom prst="line">
            <a:avLst/>
          </a:prstGeom>
          <a:noFill/>
          <a:ln w="12700">
            <a:solidFill>
              <a:srgbClr val="9B59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2176272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id: int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629400" y="2414016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postId: int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629400" y="265176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nome: String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629400" y="288950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email: String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629400" y="3127248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corpo: String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537960" y="3419856"/>
            <a:ext cx="2286000" cy="0"/>
          </a:xfrm>
          <a:prstGeom prst="line">
            <a:avLst/>
          </a:prstGeom>
          <a:noFill/>
          <a:ln w="12700">
            <a:solidFill>
              <a:srgbClr val="9B59B6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6629400" y="347472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exibir(): void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606040" y="2423160"/>
            <a:ext cx="822960" cy="0"/>
          </a:xfrm>
          <a:prstGeom prst="line">
            <a:avLst/>
          </a:prstGeom>
          <a:noFill/>
          <a:ln w="25400">
            <a:solidFill>
              <a:srgbClr val="4361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24328" y="22402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246120" y="22402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2633472" y="2468880"/>
            <a:ext cx="795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possui →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715000" y="2423160"/>
            <a:ext cx="822960" cy="0"/>
          </a:xfrm>
          <a:prstGeom prst="line">
            <a:avLst/>
          </a:prstGeom>
          <a:noFill/>
          <a:ln w="25400">
            <a:solidFill>
              <a:srgbClr val="00E5B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33288" y="22402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355080" y="22402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742432" y="2468880"/>
            <a:ext cx="795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→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solidFill>
            <a:srgbClr val="162032"/>
          </a:solidFill>
          <a:ln w="12700">
            <a:solidFill>
              <a:srgbClr val="24334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7091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1:* (um para muitos) — Um Usuário possui N Postagens · Uma Postagem recebe N Comentários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ARQUITETURA CLIENTE-SERVIDOR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Padrão MVC + REST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2606040" cy="2377440"/>
          </a:xfrm>
          <a:prstGeom prst="rect">
            <a:avLst/>
          </a:prstGeom>
          <a:solidFill>
            <a:srgbClr val="1E2C42"/>
          </a:solidFill>
          <a:ln w="25400">
            <a:solidFill>
              <a:srgbClr val="00E5B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783080"/>
            <a:ext cx="2606040" cy="502920"/>
          </a:xfrm>
          <a:prstGeom prst="rect">
            <a:avLst/>
          </a:prstGeom>
          <a:solidFill>
            <a:srgbClr val="00E5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83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591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Dados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67004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fetchWithTimeout()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+ AbortController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RESTful / JSON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71800" y="2971800"/>
            <a:ext cx="228600" cy="0"/>
          </a:xfrm>
          <a:prstGeom prst="line">
            <a:avLst/>
          </a:prstGeom>
          <a:noFill/>
          <a:ln w="25400">
            <a:solidFill>
              <a:srgbClr val="2433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28346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0" y="1783080"/>
            <a:ext cx="2606040" cy="2377440"/>
          </a:xfrm>
          <a:prstGeom prst="rect">
            <a:avLst/>
          </a:prstGeom>
          <a:solidFill>
            <a:srgbClr val="1E2C42"/>
          </a:solidFill>
          <a:ln w="25400">
            <a:solidFill>
              <a:srgbClr val="4361EE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783080"/>
            <a:ext cx="2606040" cy="502920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783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VIEW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23591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do Usuário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267004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DOM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Renderização dinâmica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Listeners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06440" y="2971800"/>
            <a:ext cx="228600" cy="0"/>
          </a:xfrm>
          <a:prstGeom prst="line">
            <a:avLst/>
          </a:prstGeom>
          <a:noFill/>
          <a:ln w="25400">
            <a:solidFill>
              <a:srgbClr val="2433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28346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1783080"/>
            <a:ext cx="2606040" cy="2377440"/>
          </a:xfrm>
          <a:prstGeom prst="rect">
            <a:avLst/>
          </a:prstGeom>
          <a:solidFill>
            <a:srgbClr val="1E2C42"/>
          </a:solidFill>
          <a:ln w="25400">
            <a:solidFill>
              <a:srgbClr val="9B59B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783080"/>
            <a:ext cx="2606040" cy="502920"/>
          </a:xfrm>
          <a:prstGeom prst="rect">
            <a:avLst/>
          </a:prstGeom>
          <a:solidFill>
            <a:srgbClr val="9B5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783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  CONTROLLER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26480" y="23591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Controle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267004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loadAll()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renderHome()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showPage() / openDetail()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JSONPlaceholder REST API  ·  GET /users  ·  GET /posts  ·  GET /comments  ·  Timeout: 8s  ·  try/catch em cada chamada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GERENCIAMENTO DE RISCOS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se a API falhar?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810512"/>
            <a:ext cx="4114800" cy="1417320"/>
          </a:xfrm>
          <a:prstGeom prst="rect">
            <a:avLst/>
          </a:prstGeom>
          <a:solidFill>
            <a:srgbClr val="1E2C42"/>
          </a:solidFill>
          <a:ln w="12700">
            <a:solidFill>
              <a:srgbClr val="4361EE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810512"/>
            <a:ext cx="64008" cy="1417320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01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Timeout (8s)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API sem resposta trava a aplicação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468880"/>
            <a:ext cx="3749040" cy="0"/>
          </a:xfrm>
          <a:prstGeom prst="line">
            <a:avLst/>
          </a:prstGeom>
          <a:noFill/>
          <a:ln w="12700">
            <a:solidFill>
              <a:srgbClr val="243347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02920" y="252374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AbortController cancela após 8s; UI exibe spinner e mensagem de erro amigável.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810512"/>
            <a:ext cx="4114800" cy="1417320"/>
          </a:xfrm>
          <a:prstGeom prst="rect">
            <a:avLst/>
          </a:prstGeom>
          <a:solidFill>
            <a:srgbClr val="1E2C42"/>
          </a:solidFill>
          <a:ln w="12700">
            <a:solidFill>
              <a:srgbClr val="FF5C5C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810512"/>
            <a:ext cx="64008" cy="1417320"/>
          </a:xfrm>
          <a:prstGeom prst="rect">
            <a:avLst/>
          </a:prstGeom>
          <a:solidFill>
            <a:srgbClr val="FF5C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901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HTTP 404 / 500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2194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Recurso não encontrado ou erro interno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92040" y="2468880"/>
            <a:ext cx="3749040" cy="0"/>
          </a:xfrm>
          <a:prstGeom prst="line">
            <a:avLst/>
          </a:prstGeom>
          <a:noFill/>
          <a:ln w="12700">
            <a:solidFill>
              <a:srgbClr val="243347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892040" y="252374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response.ok verificado — erro lançado com código HTTP; catch captura e exibe estado de erro.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364992"/>
            <a:ext cx="4114800" cy="1417320"/>
          </a:xfrm>
          <a:prstGeom prst="rect">
            <a:avLst/>
          </a:prstGeom>
          <a:solidFill>
            <a:srgbClr val="1E2C42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364992"/>
            <a:ext cx="64008" cy="1417320"/>
          </a:xfrm>
          <a:prstGeom prst="rect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456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Sem Conexão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749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Rede do usuário offline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023360"/>
            <a:ext cx="3749040" cy="0"/>
          </a:xfrm>
          <a:prstGeom prst="line">
            <a:avLst/>
          </a:prstGeom>
          <a:noFill/>
          <a:ln w="12700">
            <a:solidFill>
              <a:srgbClr val="243347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02920" y="407822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fetch() lança TypeError; tratado no catch global com mensagem 'Falha na requisição'.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364992"/>
            <a:ext cx="4114800" cy="1417320"/>
          </a:xfrm>
          <a:prstGeom prst="rect">
            <a:avLst/>
          </a:prstGeom>
          <a:solidFill>
            <a:srgbClr val="1E2C42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364992"/>
            <a:ext cx="64008" cy="1417320"/>
          </a:xfrm>
          <a:prstGeom prst="rect">
            <a:avLst/>
          </a:prstGeom>
          <a:solidFill>
            <a:srgbClr val="9B5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456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Mudança no JSON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3749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API altera estrutura dos dados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92040" y="4023360"/>
            <a:ext cx="3749040" cy="0"/>
          </a:xfrm>
          <a:prstGeom prst="line">
            <a:avLst/>
          </a:prstGeom>
          <a:noFill/>
          <a:ln w="12700">
            <a:solidFill>
              <a:srgbClr val="243347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4892040" y="407822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Camada Model isola o acesso — apenas fetchWithTimeout() precisa ser atualizado.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VIABILIDADE TÉCNICA E ECONÔMICA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esta arquitetura?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2606040" cy="1280160"/>
          </a:xfrm>
          <a:prstGeom prst="rect">
            <a:avLst/>
          </a:prstGeom>
          <a:solidFill>
            <a:srgbClr val="1E2C42"/>
          </a:solidFill>
          <a:ln w="25400">
            <a:solidFill>
              <a:srgbClr val="00E5B0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8288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infraestrutura inicial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737360"/>
            <a:ext cx="2606040" cy="1280160"/>
          </a:xfrm>
          <a:prstGeom prst="rect">
            <a:avLst/>
          </a:prstGeom>
          <a:solidFill>
            <a:srgbClr val="1E2C42"/>
          </a:solidFill>
          <a:ln w="25400">
            <a:solidFill>
              <a:srgbClr val="4361EE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8288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361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1h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91840" y="25146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e integração com a API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737360"/>
            <a:ext cx="2606040" cy="1280160"/>
          </a:xfrm>
          <a:prstGeom prst="rect">
            <a:avLst/>
          </a:prstGeom>
          <a:solidFill>
            <a:srgbClr val="1E2C42"/>
          </a:solidFill>
          <a:ln w="25400">
            <a:solidFill>
              <a:srgbClr val="9B59B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8288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B59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126480" y="25146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reais via REST sem backend próprio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200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 da Abordagem RESTful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411480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2433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703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Prototipagem rápida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" y="3931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tempo gasto com banco de dados e backend. Foco total na UI e UX.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3657600"/>
            <a:ext cx="411480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2433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3703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Desacoplamento total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3931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não depende de infraestrutura própria no MVP.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4315968"/>
            <a:ext cx="411480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2433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43616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Escalabilidade futura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" y="45902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necessário, basta trocar a URL base para uma API interna real.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4315968"/>
            <a:ext cx="4114800" cy="566928"/>
          </a:xfrm>
          <a:prstGeom prst="rect">
            <a:avLst/>
          </a:prstGeom>
          <a:solidFill>
            <a:srgbClr val="162032"/>
          </a:solidFill>
          <a:ln w="12700">
            <a:solidFill>
              <a:srgbClr val="2433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43616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Resiliência nativa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64608" y="45902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e try/catch protegem o usuário de falhas externas.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PROTÓTIPO FUNCIONAL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foi implementado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Consumidos (HTTP GET)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8412480" cy="475488"/>
          </a:xfrm>
          <a:prstGeom prst="rect">
            <a:avLst/>
          </a:prstGeom>
          <a:solidFill>
            <a:srgbClr val="1E2C42"/>
          </a:solidFill>
          <a:ln w="12700">
            <a:solidFill>
              <a:srgbClr val="2433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103120"/>
            <a:ext cx="2286000" cy="475488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/users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210312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colaboradores com nome, e-mail, empresa, website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670048"/>
            <a:ext cx="8412480" cy="475488"/>
          </a:xfrm>
          <a:prstGeom prst="rect">
            <a:avLst/>
          </a:prstGeom>
          <a:solidFill>
            <a:srgbClr val="1E2C42"/>
          </a:solidFill>
          <a:ln w="12700">
            <a:solidFill>
              <a:srgbClr val="2433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670048"/>
            <a:ext cx="2286000" cy="475488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7004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/posts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2670048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postagens com título, corpo e userId (relação com autor)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36976"/>
            <a:ext cx="8412480" cy="475488"/>
          </a:xfrm>
          <a:prstGeom prst="rect">
            <a:avLst/>
          </a:prstGeom>
          <a:solidFill>
            <a:srgbClr val="1E2C42"/>
          </a:solidFill>
          <a:ln w="12700">
            <a:solidFill>
              <a:srgbClr val="2433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236976"/>
            <a:ext cx="2286000" cy="475488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3697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/comments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3236976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comentários com postId, autor e corpo da mensagem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7947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entregues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160520"/>
            <a:ext cx="201168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60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Dashboard com métricas gerais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14600" y="4160520"/>
            <a:ext cx="201168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4160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Listagem paginada de postagens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4160520"/>
            <a:ext cx="201168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4160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Filtro por autor (userId)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12280" y="4160520"/>
            <a:ext cx="201168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4160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Busca por título em tempo real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617720"/>
            <a:ext cx="201168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617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Perfil de usuário com postagens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14600" y="4617720"/>
            <a:ext cx="201168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06040" y="4617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Modal de comentários por post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4617720"/>
            <a:ext cx="201168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4617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Indicador de status da API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12280" y="4617720"/>
            <a:ext cx="201168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4617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Tratamento visual de erros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E5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620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Pronto para o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 nível.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02920" y="2423160"/>
            <a:ext cx="5212080" cy="502920"/>
          </a:xfrm>
          <a:prstGeom prst="rect">
            <a:avLst/>
          </a:prstGeom>
          <a:solidFill>
            <a:srgbClr val="1E2C42"/>
          </a:solidFill>
          <a:ln w="12700">
            <a:solidFill>
              <a:srgbClr val="2433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423160"/>
            <a:ext cx="502920" cy="502920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4231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Substituir JSONPlaceholder por API própria com Node.js + PostgreSQL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44952"/>
            <a:ext cx="5212080" cy="502920"/>
          </a:xfrm>
          <a:prstGeom prst="rect">
            <a:avLst/>
          </a:prstGeom>
          <a:solidFill>
            <a:srgbClr val="1E2C42"/>
          </a:solidFill>
          <a:ln w="12700">
            <a:solidFill>
              <a:srgbClr val="2433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3044952"/>
            <a:ext cx="502920" cy="502920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04495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autenticação JWT com login corporativo (SSO)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666744"/>
            <a:ext cx="5212080" cy="502920"/>
          </a:xfrm>
          <a:prstGeom prst="rect">
            <a:avLst/>
          </a:prstGeom>
          <a:solidFill>
            <a:srgbClr val="1E2C42"/>
          </a:solidFill>
          <a:ln w="12700">
            <a:solidFill>
              <a:srgbClr val="2433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666744"/>
            <a:ext cx="502920" cy="502920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66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66674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verbos POST, PUT, DELETE para criação de conteúdo real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288536"/>
            <a:ext cx="5212080" cy="502920"/>
          </a:xfrm>
          <a:prstGeom prst="rect">
            <a:avLst/>
          </a:prstGeom>
          <a:solidFill>
            <a:srgbClr val="1E2C42"/>
          </a:solidFill>
          <a:ln w="12700">
            <a:solidFill>
              <a:srgbClr val="2433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288536"/>
            <a:ext cx="502920" cy="502920"/>
          </a:xfrm>
          <a:prstGeom prst="rect">
            <a:avLst/>
          </a:prstGeom>
          <a:solidFill>
            <a:srgbClr val="4361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288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428853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Evoluir para framework React/Vue e CI/CD em nuvem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914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IntraHub</a:t>
            </a:r>
            <a:endParaRPr lang="en-US" sz="3400" dirty="0"/>
          </a:p>
        </p:txBody>
      </p:sp>
      <p:sp>
        <p:nvSpPr>
          <p:cNvPr id="23" name="Shape 21"/>
          <p:cNvSpPr/>
          <p:nvPr/>
        </p:nvSpPr>
        <p:spPr>
          <a:xfrm>
            <a:off x="6400800" y="1828800"/>
            <a:ext cx="2103120" cy="384048"/>
          </a:xfrm>
          <a:prstGeom prst="rect">
            <a:avLst/>
          </a:prstGeom>
          <a:solidFill>
            <a:srgbClr val="1E2C42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1828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REST API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2331720"/>
            <a:ext cx="2103120" cy="384048"/>
          </a:xfrm>
          <a:prstGeom prst="rect">
            <a:avLst/>
          </a:prstGeom>
          <a:solidFill>
            <a:srgbClr val="1E2C42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331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MVC Pattern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0" y="2834640"/>
            <a:ext cx="2103120" cy="384048"/>
          </a:xfrm>
          <a:prstGeom prst="rect">
            <a:avLst/>
          </a:prstGeom>
          <a:solidFill>
            <a:srgbClr val="1E2C42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2834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Resiliência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3337560"/>
            <a:ext cx="2103120" cy="384048"/>
          </a:xfrm>
          <a:prstGeom prst="rect">
            <a:avLst/>
          </a:prstGeom>
          <a:solidFill>
            <a:srgbClr val="1E2C42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337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Protótipo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3840480"/>
            <a:ext cx="2103120" cy="384048"/>
          </a:xfrm>
          <a:prstGeom prst="rect">
            <a:avLst/>
          </a:prstGeom>
          <a:solidFill>
            <a:srgbClr val="1E2C42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38404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Backend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0" y="4663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jsonplaceholder.typicode.com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IntraHub — Dashboard de Comunicação Interna</dc:title>
  <dc:subject>PptxGenJS Presentation</dc:subject>
  <dc:creator>IntraHub Team</dc:creator>
  <cp:lastModifiedBy>IntraHub Team</cp:lastModifiedBy>
  <cp:revision>1</cp:revision>
  <dcterms:created xsi:type="dcterms:W3CDTF">2026-03-16T02:09:40Z</dcterms:created>
  <dcterms:modified xsi:type="dcterms:W3CDTF">2026-03-16T02:09:40Z</dcterms:modified>
</cp:coreProperties>
</file>